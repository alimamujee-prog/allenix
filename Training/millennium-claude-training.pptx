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3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353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280160"/>
            <a:ext cx="8321040" cy="27432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4630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CLAUDE TRAINING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2331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Millennium Tours  |  April 24,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How we work smarter. Every day, every person, every task.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Ali Mamujee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Chat vs Cowork vs Code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Ali Mamujee  |  Millennium Tours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651760" cy="3611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115568"/>
            <a:ext cx="1828800" cy="18288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115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27500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 THIS EVERY DAY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 ask. Claude answers. Everything stays in the chat window.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23774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523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 MILLENNIUM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Writing client emails in Outlook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Drafting itineraries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Airline hold requests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Vendor confirmations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Traveller support replies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0" y="1115568"/>
            <a:ext cx="1828800" cy="182880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0" y="1115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8504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MONTH 2 AND BEYOND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83280" y="1389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Cowork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Claude works inside your real OneDrive folders. It creates files, not just text.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2450592"/>
            <a:ext cx="23774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2523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 MILLENNIUM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83280" y="27432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Processing a OneDrive folder of invoices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Building a Word report from files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Organising trip documents automatically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Needs the desktop app. Not day one.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80760" y="100584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92240" y="1115568"/>
            <a:ext cx="1828800" cy="182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0" y="1115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 FOR MILLENNIUM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17920" y="1389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Code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17920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 software developers only. Ignore this completely for now.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2450592"/>
            <a:ext cx="23774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2523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 MILLENNIUM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217920" y="27432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Engineers building software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Technical developer teams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Come back to this in Phase 4, if ever.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" y="4690872"/>
            <a:ext cx="832104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46908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Writing or drafting something?  </a:t>
            </a:r>
            <a:r>
              <a:rPr lang="en-US" sz="9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 Chat.</a:t>
            </a: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  Need Claude to touch real OneDrive files?  </a:t>
            </a:r>
            <a:r>
              <a:rPr lang="en-US" sz="9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 Cowork.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Skills, Connectors and Plugins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Ali Mamujee  |  Millennium Tours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Skills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Instructions that teach Claude how to behave for a specific task. Write it once. Claude uses it every time.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237744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167128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"Like training a new hire on your exact process."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23774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EXAMPLES FOR MILLENNIUM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8640" y="28163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Always use Millennium invoice format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Never use casual tone with universities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Always include payment terms in follow-ups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Set up once. Works automatically after.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Connectors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14813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Links Claude to your Microsoft 365 tools. No more copy-pasting between apps.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2167128"/>
            <a:ext cx="237744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2167128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"The pipe between Claude and your Microsoft stack."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83280" y="2560320"/>
            <a:ext cx="23774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26151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CONNECT CLAUDE TO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383280" y="28163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Outlook (email and calendar)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OneDrive (files and documents)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SharePoint (shared team files)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Microsoft Teams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4114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Settings → Customize → Connectors → Microsoft 365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80760" y="10058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Plugins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14813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bundle of skills and connectors for a specific job. Install once and Claude is ready to work.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2167128"/>
            <a:ext cx="237744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2167128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"Like installing an app. Everything just works."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0" y="2560320"/>
            <a:ext cx="23774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0" y="26151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EXAMPLE BUNDLES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217920" y="28163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Travel ops kit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Client email kit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Finance and invoicing kit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4114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Cowork → Customize → Browse Plugins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11480" y="4407408"/>
            <a:ext cx="265176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444398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APRIL 24 SESSION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2920" y="46085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Skip all three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46120" y="4407408"/>
            <a:ext cx="265176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37560" y="444398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MONTH 1 PRIORITY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337560" y="46085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Connect Microsoft 365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80760" y="4407408"/>
            <a:ext cx="265176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72200" y="444398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MONTH 2 AND BEYOND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172200" y="46085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Add Skills and Plugins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Six Rules to Get the Most from Claude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Ali Mamujee  |  Millennium Tours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 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2432304" cy="182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07899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Fastest, lightest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21208" y="129844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Haiku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1572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Quick lookups only. Not on your plan right now.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6517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5848" y="1078992"/>
            <a:ext cx="2432304" cy="18288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107899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7500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YOUR DEFAULT. ALWAYS.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55848" y="129844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Sonnet 4.6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1572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Handles all Millennium daily work. Emails, itineraries, vendor comms.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90488" y="1078992"/>
            <a:ext cx="2432304" cy="18288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0488" y="107899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6338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powerful, use sparingly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90488" y="129844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Opus 4.6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1572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Save for complex contracts or multi-document analysis.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2057400"/>
            <a:ext cx="2651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1208" y="2167128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0392" y="2167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Stuck? Open Claude first.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" y="246888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Staring at a blank email? Stop and ask Claude. The worst outcome is a draft you edit.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46120" y="2057400"/>
            <a:ext cx="2651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55848" y="2167128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55848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85032" y="2167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 specific every time.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55848" y="246888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Vague prompt, vague answer. Tell Claude who it is for, what tone to use, and what to avoid.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80760" y="2057400"/>
            <a:ext cx="2651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90488" y="2167128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90488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19672" y="2167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 finish the last 20%.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90488" y="246888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Claude gets you 80% in seconds. Add your voice and client detail. Always read before you send.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480" y="3291840"/>
            <a:ext cx="2651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21208" y="3401568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1208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0392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Ask what you are missing.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" y="370332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Try: "What am I missing in this vendor contract?" Claude catches things you overlook.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46120" y="3291840"/>
            <a:ext cx="2651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355848" y="3401568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55848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85032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Always use your Project.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55848" y="370332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Your Project knows your role and tone. A one-off chat starts from zero. Use it for all work.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80760" y="3291840"/>
            <a:ext cx="2651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90488" y="3401568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190488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19672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Daily beats weekly.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90488" y="370332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more you use Claude, the better it learns your style. Frequency is the advantage.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 This. Avoid That.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Ali Mamujee  |  Millennium Tours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 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39776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3977640" cy="347472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27500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 THIS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3703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Work inside your Project for all work tasks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 the AGENT framework for every prompt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Refine with one follow-up if the output is off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 Sonnet 4.6 as your default model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Ask Claude what you might be missing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Connect Outlook and OneDrive in Month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776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77640" cy="347472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A32D2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AVOID THIS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444752"/>
            <a:ext cx="3703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Starting a fresh chat every time for work tasks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Sending one-line prompts with no context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Sending the first output without reading it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Using Opus for every single task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Giving up after one weak output. Refine it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Waiting for the perfect prompt before starting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Where We See the Biggest Opportunity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Ali Mamujee  |  Millennium Tours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Our Priorities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321040" cy="2926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AREA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68880" y="100584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IT MEANS FOR MILLENNIUM TOURS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36576" cy="475488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129844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Document consistency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68880" y="1298448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Master templates so proposals, invoices, T&amp;Cs, and itineraries look identical regardless of who built them.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792224"/>
            <a:ext cx="8321040" cy="475488"/>
          </a:xfrm>
          <a:prstGeom prst="rect">
            <a:avLst/>
          </a:prstGeom>
          <a:solidFill>
            <a:srgbClr val="FAFAFA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1792224"/>
            <a:ext cx="36576" cy="475488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1792224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Faster client emails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68880" y="1792224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Draft-ready group quotes, follow-ups, and replies in seconds instead of written from scratch each time.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286000"/>
            <a:ext cx="8321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286000"/>
            <a:ext cx="36576" cy="475488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" y="228600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Passenger data accuracy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68880" y="2286000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Automated verification of names, passports, and dietary info before tickets are issued to cut manual errors.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779776"/>
            <a:ext cx="8321040" cy="475488"/>
          </a:xfrm>
          <a:prstGeom prst="rect">
            <a:avLst/>
          </a:prstGeom>
          <a:solidFill>
            <a:srgbClr val="FAFAFA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2779776"/>
            <a:ext cx="36576" cy="475488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" y="277977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Cleaner invoicing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68880" y="2779776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land and air invoice formats with inclusions, exclusions, and payment schedules spelled out every time.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273552"/>
            <a:ext cx="8321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273552"/>
            <a:ext cx="36576" cy="475488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" y="3273552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Contract discipline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68880" y="3273552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Consistent client T&amp;Cs plus active tracking of airline contract deadlines so nothing expensive slips through.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767328"/>
            <a:ext cx="8321040" cy="475488"/>
          </a:xfrm>
          <a:prstGeom prst="rect">
            <a:avLst/>
          </a:prstGeom>
          <a:solidFill>
            <a:srgbClr val="FAFAFA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3767328"/>
            <a:ext cx="36576" cy="475488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1208" y="376732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Workflow automation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68880" y="3767328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Standardized intake for new university requests and automated payment notifications tied to the accounting database.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261104"/>
            <a:ext cx="8321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11480" y="4261104"/>
            <a:ext cx="36576" cy="475488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1208" y="4261104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Brand professionalism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468880" y="4261104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Uniform signatures, branded documents, and polished client-facing materials across every team member.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AGENT Framework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Ali Mamujee  |  Millennium Tours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75488" cy="475488"/>
          </a:xfrm>
          <a:prstGeom prst="ellipse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05840" y="1024128"/>
            <a:ext cx="7726680" cy="621792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5568" y="10241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115568"/>
            <a:ext cx="18288" cy="43891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0241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 are a world-class [ROLE].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792224"/>
            <a:ext cx="475488" cy="475488"/>
          </a:xfrm>
          <a:prstGeom prst="ellipse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05840" y="1719072"/>
            <a:ext cx="772668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15568" y="171907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1810512"/>
            <a:ext cx="18288" cy="43891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06040" y="171907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Your task is to [SPECIFIC OUTCOME in one sentence].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487168"/>
            <a:ext cx="475488" cy="475488"/>
          </a:xfrm>
          <a:prstGeom prst="ellipse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5840" y="2414016"/>
            <a:ext cx="7726680" cy="621792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5568" y="241401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2505456"/>
            <a:ext cx="18288" cy="43891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06040" y="241401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Who this is for  |  Relevant background  |  Tone and voice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182112"/>
            <a:ext cx="475488" cy="475488"/>
          </a:xfrm>
          <a:prstGeom prst="ellipse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05840" y="3108960"/>
            <a:ext cx="772668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15568" y="31089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Needs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3200400"/>
            <a:ext cx="18288" cy="43891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06040" y="310896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Length  |  Structure (bullets, paragraphs, table)  |  Any specific sections required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877056"/>
            <a:ext cx="475488" cy="475488"/>
          </a:xfrm>
          <a:prstGeom prst="ellipse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005840" y="3803904"/>
            <a:ext cx="7726680" cy="621792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15568" y="380390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Terms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68880" y="3895344"/>
            <a:ext cx="18288" cy="43891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606040" y="380390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AVOID: [what to never include]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4544568"/>
            <a:ext cx="8321040" cy="457200"/>
          </a:xfrm>
          <a:prstGeom prst="rect">
            <a:avLst/>
          </a:prstGeom>
          <a:solidFill>
            <a:srgbClr val="E1F5EE"/>
          </a:solidFill>
          <a:ln w="1016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45445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8504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 not proceed unless you are 95% confident you can produce this outcome. If anything is unclear, ask one clarifying question before starting.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984</Words>
  <Application>Microsoft Macintosh PowerPoint</Application>
  <PresentationFormat>On-screen Show (16:9)</PresentationFormat>
  <Paragraphs>158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Millennium Tours Claude Training</dc:title>
  <dc:subject>PptxGenJS Presentation</dc:subject>
  <dc:creator>Ali Mamujee</dc:creator>
  <cp:lastModifiedBy>Ali Mamujee</cp:lastModifiedBy>
  <cp:revision>1</cp:revision>
  <dcterms:created xsi:type="dcterms:W3CDTF">2026-04-19T00:45:09Z</dcterms:created>
  <dcterms:modified xsi:type="dcterms:W3CDTF">2026-04-19T15:37:45Z</dcterms:modified>
</cp:coreProperties>
</file>